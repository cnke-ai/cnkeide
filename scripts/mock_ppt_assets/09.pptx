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0"/>
            <a:ext cx="12191695" cy="30449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{{TITLE}}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</a:rPr>
              <a:t>CnkeIDE · 商务 模板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{{PAGE_TITLE_1}}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{{BULLETS_1}}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{{PAGE_TITLE_2}}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{{BULLETS_2}}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{{PAGE_TITLE_3}}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{{BULLETS_3}}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{{PAGE_TITLE_4}}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{{BULLETS_4}}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{{PAGE_TITLE_5}}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{{BULLETS_5}}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{{PAGE_TITLE_6}}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{{BULLETS_6}}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{{PAGE_TITLE_7}}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{{BULLETS_7}}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{{PAGE_TITLE_8}}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{{BULLETS_8}}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{{CLOSING}}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09-产品发布路演</dc:title>
  <dc:subject>PptxGenJS Presentation</dc:subject>
  <dc:creator>PptxGenJS</dc:creator>
  <cp:lastModifiedBy>PptxGenJS</cp:lastModifiedBy>
  <cp:revision>1</cp:revision>
  <dcterms:created xsi:type="dcterms:W3CDTF">2026-09-10T02:19:29Z</dcterms:created>
  <dcterms:modified xsi:type="dcterms:W3CDTF">2026-09-10T02:19:29Z</dcterms:modified>
</cp:coreProperties>
</file>