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40A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1887200"/>
            <a:ext cx="12191695" cy="304495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8288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{{TITLE}}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640080" y="34747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{{SUBTITLE}}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62179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>
                    <a:alpha val="50000"/>
                  </a:srgbClr>
                </a:solidFill>
              </a:rPr>
              <a:t>CnkeIDE · 商务 模板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{{PAGE_TITLE_1}}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731520" cy="4572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{{BULLETS_1}}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{{PAGE_TITLE_2}}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731520" cy="4572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{{BULLETS_2}}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{{PAGE_TITLE_3}}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731520" cy="4572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{{BULLETS_3}}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{{PAGE_TITLE_4}}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731520" cy="4572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{{BULLETS_4}}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{{PAGE_TITLE_5}}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731520" cy="4572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{{BULLETS_5}}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{{PAGE_TITLE_6}}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731520" cy="4572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{{BULLETS_6}}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{{PAGE_TITLE_7}}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731520" cy="4572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{{BULLETS_7}}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{{PAGE_TITLE_8}}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731520" cy="4572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{{BULLETS_8}}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40A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{{CLOSING}}</a:t>
            </a:r>
            <a:endParaRPr lang="en-US" sz="4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07-工作总结</dc:title>
  <dc:subject>PptxGenJS Presentation</dc:subject>
  <dc:creator>PptxGenJS</dc:creator>
  <cp:lastModifiedBy>PptxGenJS</cp:lastModifiedBy>
  <cp:revision>1</cp:revision>
  <dcterms:created xsi:type="dcterms:W3CDTF">2026-09-10T02:19:29Z</dcterms:created>
  <dcterms:modified xsi:type="dcterms:W3CDTF">2026-09-10T02:19:29Z</dcterms:modified>
</cp:coreProperties>
</file>